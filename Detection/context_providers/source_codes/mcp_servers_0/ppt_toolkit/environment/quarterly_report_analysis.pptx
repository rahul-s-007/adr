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Analysis of Company Materials</a:t>
            </a:r>
          </a:p>
          <a:p>
            <a:r>
              <a:t>- Image Analysis: Sales Chart</a:t>
            </a:r>
          </a:p>
          <a:p>
            <a:r>
              <a:t>- Document Extraction: Quarterly Report</a:t>
            </a:r>
          </a:p>
          <a:p>
            <a:r>
              <a:t>- Prepared: October 16,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Chart Image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Properties:</a:t>
            </a:r>
          </a:p>
          <a:p>
            <a:r>
              <a:t>- Format: JPEG | Dimensions: 3464 x 2494 pixels</a:t>
            </a:r>
          </a:p>
          <a:p>
            <a:r>
              <a:t>- Resolution: 300 DPI | File Size: 4,710 KB</a:t>
            </a:r>
          </a:p>
          <a:p>
            <a:r>
              <a:t>- Color Mode: Grayscale | Color Profile: Adobe RGB</a:t>
            </a:r>
          </a:p>
          <a:p>
            <a:r>
              <a:t>- Captured: September 16, 2025 (Canon camera)</a:t>
            </a:r>
          </a:p>
          <a:p/>
          <a:p>
            <a:r>
              <a:t>Quality Metrics:</a:t>
            </a:r>
          </a:p>
          <a:p>
            <a:r>
              <a:t>- Sharpness: 59% | Noise Level: 8%</a:t>
            </a:r>
          </a:p>
          <a:p>
            <a:r>
              <a:t>- Brightness: 73% | Contrast: 41%</a:t>
            </a:r>
          </a:p>
          <a:p>
            <a:r>
              <a:t>- Exposure Quality: 61%</a:t>
            </a:r>
          </a:p>
          <a:p/>
          <a:p>
            <a:r>
              <a:t>Detected Objects:</a:t>
            </a:r>
          </a:p>
          <a:p>
            <a:r>
              <a:t>- Furniture (93% confidence)</a:t>
            </a:r>
          </a:p>
          <a:p>
            <a:r>
              <a:t>- Tree (82% confidence)</a:t>
            </a:r>
          </a:p>
          <a:p>
            <a:r>
              <a:t>- Food (63% confidence)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Metadata - Report.docx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Information:</a:t>
            </a:r>
          </a:p>
          <a:p>
            <a:r>
              <a:t>- Title: Document Title 66</a:t>
            </a:r>
          </a:p>
          <a:p>
            <a:r>
              <a:t>- Author: John Doe</a:t>
            </a:r>
          </a:p>
          <a:p>
            <a:r>
              <a:t>- Subject: Guide</a:t>
            </a:r>
          </a:p>
          <a:p>
            <a:r>
              <a:t>- Keywords: data, business, research</a:t>
            </a:r>
          </a:p>
          <a:p/>
          <a:p>
            <a:r>
              <a:t>File Details:</a:t>
            </a:r>
          </a:p>
          <a:p>
            <a:r>
              <a:t>- Created: January 4, 2025</a:t>
            </a:r>
          </a:p>
          <a:p>
            <a:r>
              <a:t>- Modified: September 25, 2025</a:t>
            </a:r>
          </a:p>
          <a:p>
            <a:r>
              <a:t>- File Size: 14.1 MB</a:t>
            </a:r>
          </a:p>
          <a:p>
            <a:r>
              <a:t>- Application: Microsoft Word</a:t>
            </a:r>
          </a:p>
          <a:p/>
          <a:p>
            <a:r>
              <a:t>Security Features:</a:t>
            </a:r>
          </a:p>
          <a:p>
            <a:r>
              <a:t>✓ Encrypted</a:t>
            </a:r>
          </a:p>
          <a:p>
            <a:r>
              <a:t>✓ Password Protected</a:t>
            </a:r>
          </a:p>
          <a:p>
            <a:r>
              <a:t>✓ Digital Signature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Statistics:</a:t>
            </a:r>
          </a:p>
          <a:p>
            <a:r>
              <a:t>- Document Type: RTF</a:t>
            </a:r>
          </a:p>
          <a:p>
            <a:r>
              <a:t>- Total Pages: 18</a:t>
            </a:r>
          </a:p>
          <a:p>
            <a:r>
              <a:t>- Word Count: 9,200 words</a:t>
            </a:r>
          </a:p>
          <a:p>
            <a:r>
              <a:t>- Character Count: 46,000 characters</a:t>
            </a:r>
          </a:p>
          <a:p>
            <a:r>
              <a:t>- Paragraph Count: 19</a:t>
            </a:r>
          </a:p>
          <a:p>
            <a:r>
              <a:t>- Language: Spanish (ES)</a:t>
            </a:r>
          </a:p>
          <a:p/>
          <a:p>
            <a:r>
              <a:t>Extraction Quality:</a:t>
            </a:r>
          </a:p>
          <a:p>
            <a:r>
              <a:t>- Confidence Level: 96%</a:t>
            </a:r>
          </a:p>
          <a:p>
            <a:r>
              <a:t>- Processing Time: 13.1 seconds</a:t>
            </a:r>
          </a:p>
          <a:p/>
          <a:p>
            <a:r>
              <a:t>Text Preview:</a:t>
            </a:r>
          </a:p>
          <a:p>
            <a:r>
              <a:t>"Sample extracted text from report.docx..."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- Sales chart image successfully analyzed with high quality metrics</a:t>
            </a:r>
          </a:p>
          <a:p>
            <a:r>
              <a:t>- Quarterly report document fully extracted and processed</a:t>
            </a:r>
          </a:p>
          <a:p>
            <a:r>
              <a:t>- Document contains comprehensive business research data</a:t>
            </a:r>
          </a:p>
          <a:p/>
          <a:p>
            <a:r>
              <a:t>Recommendations:</a:t>
            </a:r>
          </a:p>
          <a:p>
            <a:r>
              <a:t>1. Review the 18-page Spanish-language report for quarterly insights</a:t>
            </a:r>
          </a:p>
          <a:p>
            <a:r>
              <a:t>2. Analyze the sales chart visualization data for trends</a:t>
            </a:r>
          </a:p>
          <a:p>
            <a:r>
              <a:t>3. Consider the security features protecting sensitive information</a:t>
            </a:r>
          </a:p>
          <a:p>
            <a:r>
              <a:t>4. Leverage the 9,200-word content for strategic planning</a:t>
            </a:r>
          </a:p>
          <a:p/>
          <a:p>
            <a:r>
              <a:t>Next Steps:</a:t>
            </a:r>
          </a:p>
          <a:p>
            <a:r>
              <a:t>- Detailed review of extracted text content</a:t>
            </a:r>
          </a:p>
          <a:p>
            <a:r>
              <a:t>- Integration of visual data from sales chart</a:t>
            </a:r>
          </a:p>
          <a:p>
            <a:r>
              <a:t>- Preparation of executive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