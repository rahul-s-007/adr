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Employee Onboarding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journey to success starts here! This comprehensive training program will equip you with the knowledge, skills, and resources needed to excel in your new role.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Mission &amp;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core values guide everything we do: Integrity, Innovation, Collaboration, Excellence, and Customer Focus. Understanding these principles is essential for your success.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Workplace Policies &amp;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conduct expectations, attendance policies, communication protocols, and compliance requirements. Review the employee handbook for detailed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&amp; Safety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safety is our priority. Emergency procedures, workplace safety protocols, ergonomics best practices, and reporting requirements.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systems, software applications, and digital tools you'll use daily. IT support resources and cybersecurity best practices.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Career growth opportunities, continuing education programs, mentorship initiatives, and performance evaluation process.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