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Financial Analysis for Q2-Q3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$780,000</a:t>
            </a:r>
          </a:p>
          <a:p>
            <a:r>
              <a:t>Expenses: $580,000</a:t>
            </a:r>
          </a:p>
          <a:p>
            <a:r>
              <a:t>Profit: $200,000</a:t>
            </a:r>
          </a:p>
          <a:p>
            <a:r>
              <a:t>Profit Margin: 25.6%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$850,000</a:t>
            </a:r>
          </a:p>
          <a:p>
            <a:r>
              <a:t>Expenses: $620,000</a:t>
            </a:r>
          </a:p>
          <a:p>
            <a:r>
              <a:t>Profit: $230,000</a:t>
            </a:r>
          </a:p>
          <a:p>
            <a:r>
              <a:t>Profit Margin: 27.1%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Quarter-over-Quarter Growth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Growth: +9.0% ($70,000 increase)</a:t>
            </a:r>
          </a:p>
          <a:p>
            <a:r>
              <a:t>Expense Growth: +6.9% ($40,000 increase)</a:t>
            </a:r>
          </a:p>
          <a:p>
            <a:r>
              <a:t>Profit Growth: +15.0% ($30,000 increase)</a:t>
            </a:r>
          </a:p>
          <a:p/>
          <a:p>
            <a:r>
              <a:t>Key Finding: Profit is growing faster than revenue, indicating improved operational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Highlights:</a:t>
            </a:r>
          </a:p>
          <a:p>
            <a:r>
              <a:t>- Strong revenue growth trajectory (+9%)</a:t>
            </a:r>
          </a:p>
          <a:p>
            <a:r>
              <a:t>- Improved profit margins (25.6% to 27.1%)</a:t>
            </a:r>
          </a:p>
          <a:p>
            <a:r>
              <a:t>- Controlled expense growth</a:t>
            </a:r>
          </a:p>
          <a:p>
            <a:r>
              <a:t>- Positive financial momentum</a:t>
            </a:r>
          </a:p>
          <a:p/>
          <a:p>
            <a:r>
              <a:t>Recommendations:</a:t>
            </a:r>
          </a:p>
          <a:p>
            <a:r>
              <a:t>- Continue cost optimization strategies</a:t>
            </a:r>
          </a:p>
          <a:p>
            <a:r>
              <a:t>- Maintain current growth trajectory</a:t>
            </a:r>
          </a:p>
          <a:p>
            <a:r>
              <a:t>- Monitor expense ratios quarterly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