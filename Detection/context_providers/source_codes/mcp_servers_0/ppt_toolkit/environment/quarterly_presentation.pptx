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Welcome to our quarterly business review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Q4 Performance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Updated quarterly results show strong performance across all divisions. Revenue increased by 15% year-over-year, with notable growth in digital services and international markets. Key initiatives launched this quarter are delivering measurable results.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Updated quarterly performance metrics show strong growth across all key business segments. Revenue increased by 23% year-over-year, with notable improvements in customer acquisition and retention rates. Our strategic initiatives have positioned us well for continued success in the coming quarters.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Initiatives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strategic initiatives and roadmap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Outdated 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slide will be deleted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