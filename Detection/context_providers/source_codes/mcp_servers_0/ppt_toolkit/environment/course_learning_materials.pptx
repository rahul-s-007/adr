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Your Online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learning experience with multimedia content</a:t>
            </a:r>
          </a:p>
          <a:p>
            <a:r>
              <a:t>• High-quality audio lectures for clear understanding</a:t>
            </a:r>
          </a:p>
          <a:p>
            <a:r>
              <a:t>• Enhanced visual materials for better engagement</a:t>
            </a:r>
          </a:p>
          <a:p>
            <a:r>
              <a:t>• Interactive presentation format for optimal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Master key concepts through structured lessons</a:t>
            </a:r>
          </a:p>
          <a:p>
            <a:r>
              <a:t>• Apply knowledge with hands-on exercises</a:t>
            </a:r>
          </a:p>
          <a:p>
            <a:r>
              <a:t>• Develop practical skills for real-world applications</a:t>
            </a:r>
          </a:p>
          <a:p>
            <a:r>
              <a:t>• Achieve learning outcomes with quality materials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Audio Lectures: Professional quality recordings (485 seconds duration)</a:t>
            </a:r>
          </a:p>
          <a:p>
            <a:r>
              <a:t>• Visual Materials: Enhanced images with improved clarity and contrast</a:t>
            </a:r>
          </a:p>
          <a:p>
            <a:r>
              <a:t>• Interactive Presentations: Engaging multimedia content</a:t>
            </a:r>
          </a:p>
          <a:p>
            <a:r>
              <a:t>• Quality Assurance: All materials optimized for best learning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Analysis Results:</a:t>
            </a:r>
          </a:p>
          <a:p>
            <a:r>
              <a:t>• Duration: 485 seconds of content</a:t>
            </a:r>
          </a:p>
          <a:p>
            <a:r>
              <a:t>• Format: High-quality WMA (167 kbps)</a:t>
            </a:r>
          </a:p>
          <a:p>
            <a:r>
              <a:t>• Quality Score: 0.51 (Good overall quality)</a:t>
            </a:r>
          </a:p>
          <a:p>
            <a:r>
              <a:t>• Minor clipping detected at 46.3s - easily correctable</a:t>
            </a:r>
          </a:p>
          <a:p/>
          <a:p>
            <a:r>
              <a:t>Image Enhancement Results:</a:t>
            </a:r>
          </a:p>
          <a:p>
            <a:r>
              <a:t>• Brightness improved by 16%</a:t>
            </a:r>
          </a:p>
          <a:p>
            <a:r>
              <a:t>• Contrast enhanced by 22%</a:t>
            </a:r>
          </a:p>
          <a:p>
            <a:r>
              <a:t>• Sharpness increased by 11%</a:t>
            </a:r>
          </a:p>
          <a:p>
            <a:r>
              <a:t>• Noise reduced by 27%</a:t>
            </a:r>
          </a:p>
          <a:p>
            <a:r>
              <a:t>• Overall improvement: 24%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