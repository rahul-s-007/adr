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to Our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Onboarding Training Program</a:t>
            </a:r>
          </a:p>
          <a:p>
            <a:r>
              <a:t>• Introduction to company culture and values</a:t>
            </a:r>
          </a:p>
          <a:p>
            <a:r>
              <a:t>• Overview of policies and procedures</a:t>
            </a:r>
          </a:p>
          <a:p>
            <a:r>
              <a:t>• Your first 90 days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Mission and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Core Values:</a:t>
            </a:r>
          </a:p>
          <a:p>
            <a:r>
              <a:t>• Integrity: We conduct business ethically and transparently</a:t>
            </a:r>
          </a:p>
          <a:p>
            <a:r>
              <a:t>• Excellence: We strive for quality in everything we do</a:t>
            </a:r>
          </a:p>
          <a:p>
            <a:r>
              <a:t>• Collaboration: We work together to achieve common goals</a:t>
            </a:r>
          </a:p>
          <a:p>
            <a:r>
              <a:t>• Innovation: We embrace new ideas and continuous improvement</a:t>
            </a:r>
          </a:p>
          <a:p>
            <a:r>
              <a:t>• Respect: We value diversity and treat everyone with dignity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Workplace Policies and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Policies to Remember:</a:t>
            </a:r>
          </a:p>
          <a:p>
            <a:r>
              <a:t>• Code of Conduct and Ethics</a:t>
            </a:r>
          </a:p>
          <a:p>
            <a:r>
              <a:t>• Anti-Discrimination and Harassment Prevention</a:t>
            </a:r>
          </a:p>
          <a:p>
            <a:r>
              <a:t>• Data Privacy and Information Security</a:t>
            </a:r>
          </a:p>
          <a:p>
            <a:r>
              <a:t>• Attendance and Time Reporting</a:t>
            </a:r>
          </a:p>
          <a:p>
            <a:r>
              <a:t>• Health and Safety Protocols</a:t>
            </a:r>
          </a:p>
          <a:p>
            <a:r>
              <a:t>• Professional Standards and Dress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90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 Roadmap:</a:t>
            </a:r>
          </a:p>
          <a:p>
            <a:r>
              <a:t>Week 1-2: Orientation and initial training</a:t>
            </a:r>
          </a:p>
          <a:p>
            <a:r>
              <a:t>• Complete onboarding paperwork</a:t>
            </a:r>
          </a:p>
          <a:p>
            <a:r>
              <a:t>• Set up workstation and accounts</a:t>
            </a:r>
          </a:p>
          <a:p>
            <a:r>
              <a:t>• Meet your team and manager</a:t>
            </a:r>
          </a:p>
          <a:p/>
          <a:p>
            <a:r>
              <a:t>Week 3-4: Learning phase</a:t>
            </a:r>
          </a:p>
          <a:p>
            <a:r>
              <a:t>• Shadow team members</a:t>
            </a:r>
          </a:p>
          <a:p>
            <a:r>
              <a:t>• Complete required training modules</a:t>
            </a:r>
          </a:p>
          <a:p>
            <a:r>
              <a:t>• Begin basic task assignments</a:t>
            </a:r>
          </a:p>
          <a:p/>
          <a:p>
            <a:r>
              <a:t>Month 2-3: Integration and growth</a:t>
            </a:r>
          </a:p>
          <a:p>
            <a:r>
              <a:t>• Take on independent projects</a:t>
            </a:r>
          </a:p>
          <a:p>
            <a:r>
              <a:t>• Regular check-ins with manager</a:t>
            </a:r>
          </a:p>
          <a:p>
            <a:r>
              <a:t>• Performance feedback and goal setting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 and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Available Resources:</a:t>
            </a:r>
          </a:p>
          <a:p>
            <a:r>
              <a:t>• HR Department: Employee relations and benefits</a:t>
            </a:r>
          </a:p>
          <a:p>
            <a:r>
              <a:t>• IT Support: Technical assistance and systems access</a:t>
            </a:r>
          </a:p>
          <a:p>
            <a:r>
              <a:t>• Training Portal: Ongoing learning and development</a:t>
            </a:r>
          </a:p>
          <a:p>
            <a:r>
              <a:t>• Employee Handbook: Comprehensive policy reference</a:t>
            </a:r>
          </a:p>
          <a:p>
            <a:r>
              <a:t>• Manager: Your primary resource for questions</a:t>
            </a:r>
          </a:p>
          <a:p>
            <a:r>
              <a:t>• Mentor Program: Peer guidance and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